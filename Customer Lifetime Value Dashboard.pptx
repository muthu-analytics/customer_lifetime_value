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8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2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6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4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4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3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9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6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44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44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6722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47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63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12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45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42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D1147B3-29B9-4E4C-A3AF-B2B9E2058B9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E98AC-FC5F-4D22-AB00-FB0CC846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78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Customer Lifetime Value Dashboard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</a:t>
            </a:r>
          </a:p>
          <a:p>
            <a:r>
              <a:rPr lang="en-US" dirty="0" err="1" smtClean="0"/>
              <a:t>Muthuvalli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9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Difficulty </a:t>
            </a:r>
            <a:r>
              <a:rPr lang="en-US" b="1" dirty="0"/>
              <a:t>Understanding Long-Term Customer </a:t>
            </a:r>
            <a:r>
              <a:rPr lang="en-US" b="1" dirty="0" smtClean="0"/>
              <a:t>Value</a:t>
            </a:r>
          </a:p>
          <a:p>
            <a:r>
              <a:rPr lang="en-US" b="1" dirty="0"/>
              <a:t>Lack of a Unified Customer View</a:t>
            </a:r>
            <a:endParaRPr lang="en-US" dirty="0"/>
          </a:p>
          <a:p>
            <a:r>
              <a:rPr lang="en-US" b="1" dirty="0" smtClean="0"/>
              <a:t>Focus </a:t>
            </a:r>
            <a:r>
              <a:rPr lang="en-US" b="1" dirty="0"/>
              <a:t>on Short-Term Sales Instead of Long-Term </a:t>
            </a:r>
            <a:r>
              <a:rPr lang="en-US" b="1" dirty="0" smtClean="0"/>
              <a:t>Relationships</a:t>
            </a:r>
          </a:p>
          <a:p>
            <a:r>
              <a:rPr lang="en-US" b="1" dirty="0"/>
              <a:t>Difficulty Identifying High-Value Customers</a:t>
            </a:r>
            <a:endParaRPr lang="en-US" dirty="0"/>
          </a:p>
          <a:p>
            <a:r>
              <a:rPr lang="en-US" b="1" dirty="0"/>
              <a:t>Difficulty Understanding Customer </a:t>
            </a:r>
            <a:r>
              <a:rPr lang="en-US" b="1" dirty="0" smtClean="0"/>
              <a:t>Retention</a:t>
            </a:r>
          </a:p>
          <a:p>
            <a:r>
              <a:rPr lang="en-US" b="1" dirty="0"/>
              <a:t>Ineffective Customer Segmentation</a:t>
            </a:r>
            <a:endParaRPr lang="en-US" dirty="0"/>
          </a:p>
          <a:p>
            <a:r>
              <a:rPr lang="en-US" b="1" dirty="0"/>
              <a:t>Lack of an Interactive Customer Analysis System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63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24000"/>
            <a:ext cx="8946541" cy="47243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Calculate Customer Lifetime </a:t>
            </a:r>
            <a:r>
              <a:rPr lang="en-US" dirty="0" smtClean="0"/>
              <a:t>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Calculate each customer's </a:t>
            </a:r>
            <a:r>
              <a:rPr lang="en-US" b="1" dirty="0"/>
              <a:t>revenue, orders, purchase frequency, and average order value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 these measures to understand the </a:t>
            </a:r>
            <a:r>
              <a:rPr lang="en-US" b="1" dirty="0"/>
              <a:t>overall value of each customer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helps the business focus on </a:t>
            </a:r>
            <a:r>
              <a:rPr lang="en-US" b="1" dirty="0"/>
              <a:t>long-term customer value instead of individual sales</a:t>
            </a:r>
            <a:r>
              <a:rPr lang="en-US" dirty="0" smtClean="0"/>
              <a:t>.</a:t>
            </a:r>
          </a:p>
          <a:p>
            <a:r>
              <a:rPr lang="en-US" dirty="0"/>
              <a:t>Create </a:t>
            </a:r>
            <a:r>
              <a:rPr lang="en-US" dirty="0" smtClean="0"/>
              <a:t>a </a:t>
            </a:r>
            <a:r>
              <a:rPr lang="en-US" dirty="0"/>
              <a:t>Unified Customer </a:t>
            </a:r>
            <a:r>
              <a:rPr lang="en-US" dirty="0" smtClean="0"/>
              <a:t>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Bring customer and transaction information together in </a:t>
            </a:r>
            <a:r>
              <a:rPr lang="en-US" b="1" dirty="0"/>
              <a:t>one customer view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each customer's </a:t>
            </a:r>
            <a:r>
              <a:rPr lang="en-US" b="1" dirty="0"/>
              <a:t>purchases, revenue, and overall value</a:t>
            </a:r>
            <a:r>
              <a:rPr lang="en-US" dirty="0"/>
              <a:t> in one place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makes customer analysis </a:t>
            </a:r>
            <a:r>
              <a:rPr lang="en-US" b="1" dirty="0"/>
              <a:t>easier and more complete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6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836024"/>
            <a:ext cx="8946541" cy="5412376"/>
          </a:xfrm>
        </p:spPr>
        <p:txBody>
          <a:bodyPr>
            <a:normAutofit/>
          </a:bodyPr>
          <a:lstStyle/>
          <a:p>
            <a:r>
              <a:rPr lang="en-US" dirty="0"/>
              <a:t>Analyze Customer Behavior </a:t>
            </a:r>
            <a:r>
              <a:rPr lang="en-US" dirty="0" smtClean="0"/>
              <a:t>Over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Track </a:t>
            </a:r>
            <a:r>
              <a:rPr lang="en-US" b="1" dirty="0"/>
              <a:t>revenue, orders, purchases, and customer value over time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Understand how customer purchasing behavior </a:t>
            </a:r>
            <a:r>
              <a:rPr lang="en-US" b="1" dirty="0"/>
              <a:t>changes over different periods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helps the business make better decisions based on </a:t>
            </a:r>
            <a:r>
              <a:rPr lang="en-US" b="1" dirty="0"/>
              <a:t>customer trends</a:t>
            </a:r>
            <a:r>
              <a:rPr lang="en-US" dirty="0" smtClean="0"/>
              <a:t>.</a:t>
            </a:r>
          </a:p>
          <a:p>
            <a:r>
              <a:rPr lang="en-US" dirty="0"/>
              <a:t>Segment Customers by Lifetime </a:t>
            </a:r>
            <a:r>
              <a:rPr lang="en-US" dirty="0" smtClean="0"/>
              <a:t>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Divide customers into </a:t>
            </a:r>
            <a:r>
              <a:rPr lang="en-US" b="1" dirty="0"/>
              <a:t>High, Medium, and Low-value groups</a:t>
            </a:r>
            <a:r>
              <a:rPr lang="en-US" dirty="0" smtClean="0"/>
              <a:t>.	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Compare these groups based on </a:t>
            </a:r>
            <a:r>
              <a:rPr lang="en-US" b="1" dirty="0"/>
              <a:t>customers, revenue, orders, and purchase behavior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helps the business create </a:t>
            </a:r>
            <a:r>
              <a:rPr lang="en-US" b="1" dirty="0"/>
              <a:t>different strategies for different customer groups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801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487680"/>
            <a:ext cx="8946541" cy="5760719"/>
          </a:xfrm>
        </p:spPr>
        <p:txBody>
          <a:bodyPr/>
          <a:lstStyle/>
          <a:p>
            <a:r>
              <a:rPr lang="en-US" dirty="0"/>
              <a:t>Analyze Customer </a:t>
            </a:r>
            <a:r>
              <a:rPr lang="en-US" dirty="0" smtClean="0"/>
              <a:t>Retention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Identify </a:t>
            </a:r>
            <a:r>
              <a:rPr lang="en-US" b="1" dirty="0"/>
              <a:t>repeat, one-time, active, and inactive customers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Track how customer purchasing behavior </a:t>
            </a:r>
            <a:r>
              <a:rPr lang="en-US" b="1" dirty="0"/>
              <a:t>changes over time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helps the business </a:t>
            </a:r>
            <a:r>
              <a:rPr lang="en-US" b="1" dirty="0"/>
              <a:t>retain existing customers and bring inactive customers back</a:t>
            </a:r>
            <a:r>
              <a:rPr lang="en-US" dirty="0" smtClean="0"/>
              <a:t>.</a:t>
            </a:r>
          </a:p>
          <a:p>
            <a:r>
              <a:rPr lang="en-US" dirty="0"/>
              <a:t>Enable Customer-Level </a:t>
            </a:r>
            <a:r>
              <a:rPr lang="en-US" dirty="0" smtClean="0"/>
              <a:t>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Allow users to move from </a:t>
            </a:r>
            <a:r>
              <a:rPr lang="en-US" b="1" dirty="0"/>
              <a:t>overall business → customer segment → individual customer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View each customer's </a:t>
            </a:r>
            <a:r>
              <a:rPr lang="en-US" b="1" dirty="0"/>
              <a:t>revenue, orders, last purchase, frequency, and CLV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helps the business </a:t>
            </a:r>
            <a:r>
              <a:rPr lang="en-US" b="1" dirty="0"/>
              <a:t>understand individual customers and take targeted action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11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Details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dirty="0" smtClean="0"/>
              <a:t>Data </a:t>
            </a:r>
            <a:r>
              <a:rPr lang="en-US" b="1" dirty="0"/>
              <a:t>Source:</a:t>
            </a:r>
            <a:r>
              <a:rPr lang="en-US" dirty="0"/>
              <a:t> </a:t>
            </a:r>
            <a:r>
              <a:rPr lang="en-US" dirty="0" err="1"/>
              <a:t>Kaggle</a:t>
            </a:r>
            <a:r>
              <a:rPr lang="en-US" dirty="0"/>
              <a:t> – CRM Analytics (CLTV)</a:t>
            </a:r>
            <a:br>
              <a:rPr lang="en-US" dirty="0"/>
            </a:br>
            <a:r>
              <a:rPr lang="en-US" b="1" dirty="0"/>
              <a:t>Author:</a:t>
            </a:r>
            <a:r>
              <a:rPr lang="en-US" dirty="0"/>
              <a:t> </a:t>
            </a:r>
            <a:r>
              <a:rPr lang="en-US" dirty="0" err="1"/>
              <a:t>Halime</a:t>
            </a:r>
            <a:r>
              <a:rPr lang="en-US" dirty="0"/>
              <a:t> </a:t>
            </a:r>
            <a:r>
              <a:rPr lang="en-US" dirty="0" err="1"/>
              <a:t>Dogan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Dataset:</a:t>
            </a:r>
            <a:r>
              <a:rPr lang="en-US" dirty="0"/>
              <a:t> Online Retail II</a:t>
            </a:r>
            <a:br>
              <a:rPr lang="en-US" dirty="0"/>
            </a:br>
            <a:r>
              <a:rPr lang="en-US" b="1" dirty="0"/>
              <a:t>Source:</a:t>
            </a:r>
            <a:r>
              <a:rPr lang="en-US" dirty="0"/>
              <a:t> </a:t>
            </a:r>
            <a:r>
              <a:rPr lang="en-US" dirty="0" err="1" smtClean="0"/>
              <a:t>Kaggle</a:t>
            </a:r>
            <a:endParaRPr lang="en-US" dirty="0" smtClean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11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Invoice</a:t>
            </a:r>
            <a:r>
              <a:rPr lang="en-US" dirty="0"/>
              <a:t>: Invoice number. </a:t>
            </a:r>
            <a:endParaRPr lang="en-US" dirty="0" smtClean="0"/>
          </a:p>
          <a:p>
            <a:pPr fontAlgn="base"/>
            <a:r>
              <a:rPr lang="en-US" b="1" dirty="0" err="1" smtClean="0"/>
              <a:t>StockCode</a:t>
            </a:r>
            <a:r>
              <a:rPr lang="en-US" dirty="0"/>
              <a:t>: Product code</a:t>
            </a:r>
            <a:r>
              <a:rPr lang="en-US" dirty="0" smtClean="0"/>
              <a:t>.</a:t>
            </a:r>
            <a:endParaRPr lang="en-US" dirty="0"/>
          </a:p>
          <a:p>
            <a:pPr fontAlgn="base"/>
            <a:r>
              <a:rPr lang="en-US" b="1" dirty="0"/>
              <a:t>Description</a:t>
            </a:r>
            <a:r>
              <a:rPr lang="en-US" dirty="0"/>
              <a:t>: Product name</a:t>
            </a:r>
          </a:p>
          <a:p>
            <a:pPr fontAlgn="base"/>
            <a:r>
              <a:rPr lang="en-US" b="1" dirty="0"/>
              <a:t>Quantity</a:t>
            </a:r>
            <a:r>
              <a:rPr lang="en-US" dirty="0"/>
              <a:t>: Number of products. It expresses how many of the products on the invoices have been sold.</a:t>
            </a:r>
          </a:p>
          <a:p>
            <a:pPr fontAlgn="base"/>
            <a:r>
              <a:rPr lang="en-US" b="1" dirty="0" err="1"/>
              <a:t>InvoiceDate</a:t>
            </a:r>
            <a:r>
              <a:rPr lang="en-US" dirty="0"/>
              <a:t>: Invoice date and time.</a:t>
            </a:r>
          </a:p>
          <a:p>
            <a:pPr fontAlgn="base"/>
            <a:r>
              <a:rPr lang="en-US" b="1" dirty="0" err="1"/>
              <a:t>UnitPrice</a:t>
            </a:r>
            <a:r>
              <a:rPr lang="en-US" dirty="0"/>
              <a:t>: Product price (in GBP)</a:t>
            </a:r>
          </a:p>
          <a:p>
            <a:pPr fontAlgn="base"/>
            <a:r>
              <a:rPr lang="en-US" b="1" dirty="0" err="1"/>
              <a:t>CustomerID</a:t>
            </a:r>
            <a:r>
              <a:rPr lang="en-US" dirty="0"/>
              <a:t>: Unique customer number</a:t>
            </a:r>
          </a:p>
          <a:p>
            <a:pPr fontAlgn="base"/>
            <a:r>
              <a:rPr lang="en-US" b="1" dirty="0"/>
              <a:t>Country</a:t>
            </a:r>
            <a:r>
              <a:rPr lang="en-US" dirty="0"/>
              <a:t>: The country where the customer lives.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35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0"/>
            <a:ext cx="9404723" cy="923109"/>
          </a:xfrm>
        </p:spPr>
        <p:txBody>
          <a:bodyPr/>
          <a:lstStyle/>
          <a:p>
            <a:r>
              <a:rPr lang="en-US" dirty="0" smtClean="0"/>
              <a:t>Dashboard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30" y="923109"/>
            <a:ext cx="11114869" cy="5338352"/>
          </a:xfrm>
        </p:spPr>
      </p:pic>
    </p:spTree>
    <p:extLst>
      <p:ext uri="{BB962C8B-B14F-4D97-AF65-F5344CB8AC3E}">
        <p14:creationId xmlns:p14="http://schemas.microsoft.com/office/powerpoint/2010/main" val="49144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2		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05" y="1152983"/>
            <a:ext cx="10520363" cy="5607050"/>
          </a:xfrm>
        </p:spPr>
      </p:pic>
    </p:spTree>
    <p:extLst>
      <p:ext uri="{BB962C8B-B14F-4D97-AF65-F5344CB8AC3E}">
        <p14:creationId xmlns:p14="http://schemas.microsoft.com/office/powerpoint/2010/main" val="100443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949451">
            <a:off x="1273128" y="2429564"/>
            <a:ext cx="9404723" cy="1400530"/>
          </a:xfrm>
        </p:spPr>
        <p:txBody>
          <a:bodyPr/>
          <a:lstStyle/>
          <a:p>
            <a:pPr algn="ctr"/>
            <a:r>
              <a:rPr lang="en-US" sz="6000" dirty="0" smtClean="0"/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43570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</TotalTime>
  <Words>348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Ion</vt:lpstr>
      <vt:lpstr>Customer Lifetime Value Dashboard </vt:lpstr>
      <vt:lpstr>Problems </vt:lpstr>
      <vt:lpstr>Solutions </vt:lpstr>
      <vt:lpstr>PowerPoint Presentation</vt:lpstr>
      <vt:lpstr>PowerPoint Presentation</vt:lpstr>
      <vt:lpstr>Dataset Details </vt:lpstr>
      <vt:lpstr>Columns</vt:lpstr>
      <vt:lpstr>Dashboard</vt:lpstr>
      <vt:lpstr>Page 2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2026-09-07T16:49:51Z</dcterms:created>
  <dcterms:modified xsi:type="dcterms:W3CDTF">2026-09-08T13:58:06Z</dcterms:modified>
</cp:coreProperties>
</file>